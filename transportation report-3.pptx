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PHÂN PHỐI ĐƠN HÀNG THEO KHU VỰC</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THỜI GIAN VẬN CHUYỂN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THỜI GIAN XỬ LÝ TẠI KHO LẤY HÀNG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THỜI GIAN VẬN CHUYỂN ĐẾN TRẠM TRUNG GIAN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THỜI GIAN TỪ TRẠM TRUNG GIAN ĐẾN NGƯỜI NHẬN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THỐNG KÊ TRỄ ĐƠN HÀNG THEO NGÀY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HIỆU SUẤT GIAO HÀNG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PHÂN PHỐI THEO CÁC NHÀ VẬN CHUYỂN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PHÂN PHỐI XE VẬN CHUYỂN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TRẠNG VẬN CHUYỂN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KHỐI LƯƠNG ĐƠN HÀNG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KHỐI LƯƠNG ĐƠN HÀNG</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11abc5a4-3641-43d5-8d2a-8038b9874586?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f05c58e491224798" /><Relationship Type="http://schemas.openxmlformats.org/officeDocument/2006/relationships/slideLayout" Target="/ppt/slideLayouts/slideLayout8.xml" Id="Rbb7bcf99d7614ace" /><Relationship Type="http://schemas.openxmlformats.org/officeDocument/2006/relationships/hyperlink" Target="https://app.powerbi.com/groups/me/reports/11abc5a4-3641-43d5-8d2a-8038b9874586/?pbi_source=PowerPoint" TargetMode="External" Id="RelId0" /><Relationship Type="http://schemas.openxmlformats.org/officeDocument/2006/relationships/image" Target="/ppt/media/image4.png" Id="imgId291064919"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transportation report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4/25/2026 3:14:33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2/3/2025 12:01:55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PHÂN PHỐI ĐƠN HÀNG THEO KHU VỰC ,THỜI GIAN VẬN CHUYỂN ,THỜI GIAN XỬ LÝ TẠI KHO LẤY HÀNG ,THỜI GIAN VẬN CHUYỂN ĐẾN TRẠM TRUNG GIAN ,THỜI GIAN TỪ TRẠM TRUNG GIAN ĐẾN NGƯỜI NHẬN ,THỐNG KÊ TRỄ ĐƠN HÀNG THEO NGÀY ,HIỆU SUẤT GIAO HÀNG ,PHÂN PHỐI THEO CÁC NHÀ VẬN CHUYỂN ,card ,card ,card ,PHÂN PHỐI XE VẬN CHUYỂN ,TÌNH TRẠNG VẬN CHUYỂN ,KHỐI LƯƠNG ĐƠN HÀNG ,KHỐI LƯƠNG ĐƠN HÀNG.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29106491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